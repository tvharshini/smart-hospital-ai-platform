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aira Medium"/>
      <p:regular r:id="rId17"/>
    </p:embeddedFont>
    <p:embeddedFont>
      <p:font typeface="Saira Medium"/>
      <p:regular r:id="rId18"/>
    </p:embeddedFont>
    <p:embeddedFont>
      <p:font typeface="Saira Medium"/>
      <p:regular r:id="rId19"/>
    </p:embeddedFont>
    <p:embeddedFont>
      <p:font typeface="Saira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AI-Driven Smart Healthcare Management Platform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Workflow &amp; Emergency Care System — Presented by Team LAZEHERS, Chennai Institute of Technology, Dept. of Computer Science &amp; Engineering (Academic Year 2025–2026).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4327"/>
            <a:ext cx="764988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Introduction — Why this platform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127296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healthcare faces fragmented systems, manual routing, slow request handling, and weak emergency coordination. Our platform combines AI classification, automated workflow routing, real-time tracking, home-care scheduling, emergency ambulance dispatch, and digital prescriptions to restore speed, transparency, and prioritization across care pathways.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303157"/>
            <a:ext cx="1212771" cy="7494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54568" y="43031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AI-based Triage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254568" y="4732377"/>
            <a:ext cx="272141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processing classifies requests instantly and assigns urgency.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4303157"/>
            <a:ext cx="1212771" cy="749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84764" y="4303157"/>
            <a:ext cx="27215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Automated Workflow Routing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684764" y="5042535"/>
            <a:ext cx="27215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Requests are routed to the right department automatically with SLA timers.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4303157"/>
            <a:ext cx="1212771" cy="7494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15080" y="43031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Emergency Dispatch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1115080" y="4732377"/>
            <a:ext cx="27215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Nearest ambulance assigned with live ETA and emergency unit notifications.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24056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3717846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Hospitals today struggle with manual department assignments, missing SLA tracking, delayed escalations, and siloed ambulance/appointment systems. These issues increase wait times, overload staff, and reduce patient satisfaction. There is an urgent need for an integrated, AI-driven system that provides transparency and enforces SLAs.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9382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Aim &amp; Objectives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612350"/>
            <a:ext cx="6422231" cy="3897868"/>
          </a:xfrm>
          <a:prstGeom prst="roundRect">
            <a:avLst>
              <a:gd name="adj" fmla="val 458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8335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262789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 intelligent healthcare automation platform for efficient, transparent, and real-time medical service delivery.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612350"/>
            <a:ext cx="6422231" cy="3897868"/>
          </a:xfrm>
          <a:prstGeom prst="roundRect">
            <a:avLst>
              <a:gd name="adj" fmla="val 458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597" y="28335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Objectives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35597" y="3262789"/>
            <a:ext cx="5979795" cy="302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inter-department workflows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requests using AI (NLP + risk scoring)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SLA compliance with self-healing alerts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home test booking with geolocation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24/7 doctor appointments (online &amp; onsite)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emergency ambulance dispatch with ETA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secure digital prescriptions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real-time analytics dashboard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2372"/>
            <a:ext cx="625733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Overview — Core Modules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676162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is modular and extensible. Core modules include: AI Request Classification, Intelligent Workflow Routing, Self-Healing SLA Monitor, Home Test Scheduling, Emergency Ambulance Dispatch, 24/7 Appointments, Digital Prescription Generator, Real-Time Progress Tracker, and Data Science Analytics Dashboard.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169563"/>
            <a:ext cx="496133" cy="4961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7930" y="31695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Engine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537930" y="3598783"/>
            <a:ext cx="68122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classification, urgency scoring, anomaly detection.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313158"/>
            <a:ext cx="496133" cy="4961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7930" y="43131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Workflow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1537930" y="4742378"/>
            <a:ext cx="68122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and ML-assisted routing with SLA timers.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456753"/>
            <a:ext cx="496133" cy="49613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37930" y="54567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Emergency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1537930" y="5885974"/>
            <a:ext cx="68122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GPS-based dispatch and ETA calculation.</a:t>
            </a:r>
            <a:endParaRPr lang="en-US" sz="1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6600349"/>
            <a:ext cx="496133" cy="49613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37930" y="66003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Analytics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1537930" y="7029569"/>
            <a:ext cx="68122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Dashboards for operations, SLAs, and health trends.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968" y="461367"/>
            <a:ext cx="4234458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Clean Architecture Diagram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968" y="1164312"/>
            <a:ext cx="13230463" cy="6054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91370" y="1954501"/>
            <a:ext cx="2926745" cy="365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 &amp; Support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391370" y="2424406"/>
            <a:ext cx="3225924" cy="53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React+TypeScript UI, Doctor Panel, Home Tests, GPS/ETA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799" y="3809733"/>
            <a:ext cx="2926746" cy="365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API Layer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12776" y="4279638"/>
            <a:ext cx="2965769" cy="80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endpoints and WebSocket real-time updates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91370" y="4972301"/>
            <a:ext cx="2926745" cy="365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Services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391370" y="5442206"/>
            <a:ext cx="3225924" cy="53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Engine, Workflow &amp; SLA, Emergency Ambulance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9968" y="7378779"/>
            <a:ext cx="1323046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diagram depicts clear separation: reactive frontend, stateless API layer for real-time updates, modular microservices for AI, routing, and emergency handling, and a centralized patient data store for analytics and audit trails.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0872"/>
            <a:ext cx="633317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Technical Architecture Explanation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50915" y="3004661"/>
            <a:ext cx="6565106" cy="2473166"/>
          </a:xfrm>
          <a:prstGeom prst="roundRect">
            <a:avLst>
              <a:gd name="adj" fmla="val 11556"/>
            </a:avLst>
          </a:prstGeom>
          <a:solidFill>
            <a:srgbClr val="000000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2030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711535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TypeScript with Vite for fast iteration. Tailwind CSS for consistent design tokens. Reusable components, real-time progress indicators via WebSocket, and embedded analytics charts.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203019"/>
            <a:ext cx="26808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&amp; Integrations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711535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Node.js/Express or FastAPI serving REST + WebSocket endpoints. AI models served via model API (containerized). Database options: MongoDB for flexible records or PostgreSQL for relational integrity. Background workers handle SLA timers, retries, and self-healing workflows.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70107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Security: role-based access control, encrypted data-at-rest, audit logs, and secure API tokens for integrations.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03822"/>
            <a:ext cx="436721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Processing Workflow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2797612"/>
            <a:ext cx="7556421" cy="256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submits request via app/portal (text, voice, or form).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model extracts symptoms, context, and performs intent classification.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Urgency level assigned (Normal / High / Emergency) with risk score.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engine routes the request to the right department; SLA timer starts.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 or technician receives notification; tests or ambulance scheduled if required.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6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prescription generated; progress and ETA updates pushed in real time.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559069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enforces SLAs and supports auto-escalation and re-routing for stuck requests.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1319"/>
            <a:ext cx="497157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Emergency &amp; Live Tracking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003703"/>
            <a:ext cx="763202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workflow captures location (GPS or manual), runs a rapid severity classifier, identifies nearest available ambulance, calculates ETA using traffic-aware routing, and notifies the assigned emergency unit and receiving facility. The patient and care team receive live ETA and status updates throughout the response.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452455"/>
            <a:ext cx="7632025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GPS capture and fallback to manual address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Severity detection for priority dispatch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Ambulance assignment with ETA &amp; route preview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live progress tracking and SLA alerting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543" y="2048351"/>
            <a:ext cx="4926568" cy="4926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6985"/>
            <a:ext cx="730341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Analytics, Implementation &amp; Next Steps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085267"/>
            <a:ext cx="4215289" cy="198358"/>
          </a:xfrm>
          <a:prstGeom prst="roundRect">
            <a:avLst>
              <a:gd name="adj" fmla="val 9005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2148" y="3481983"/>
            <a:ext cx="31480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Science &amp; Dashboards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3911203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charts: request distribution (pie), department workload (bar), trends (line), SLA compliance and anomaly alerts. Techniques: time-series, regression, NLP, and clustering.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787610"/>
            <a:ext cx="4215408" cy="198358"/>
          </a:xfrm>
          <a:prstGeom prst="roundRect">
            <a:avLst>
              <a:gd name="adj" fmla="val 9005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05795" y="31843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APIs &amp; Deployment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5795" y="3613547"/>
            <a:ext cx="381869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endpoints include /submit-request, /request-status/{id}, /book-home-test, /book-appointment, /emergency-ambulance, /generate-prescription. Deploy using containers, orchestration, and CI/CD.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489954"/>
            <a:ext cx="4215289" cy="198358"/>
          </a:xfrm>
          <a:prstGeom prst="roundRect">
            <a:avLst>
              <a:gd name="adj" fmla="val 9005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19561" y="2886670"/>
            <a:ext cx="36891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Results &amp; Future Enhancements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561" y="3315891"/>
            <a:ext cx="38185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pilots show reduced manual delays, improved transparency, and reliable emergency dispatch. Planned enhancements: IoT vitals streaming, predictive risk models, blockchain-backed medical records, and wearable integrations.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6059417"/>
            <a:ext cx="13042821" cy="32385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631495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— Team LAZEHERS, Chennai Institute of Technology. Questions &amp; demo requests welcome.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2026-02-28T14:12:24Z</dcterms:created>
  <dcterms:modified xsi:type="dcterms:W3CDTF">2026-02-28T14:12:24Z</dcterms:modified>
</cp:coreProperties>
</file>